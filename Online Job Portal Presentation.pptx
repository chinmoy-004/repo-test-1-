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12192000" cy="6858000"/>
  <p:embeddedFontLst>
    <p:embeddedFont>
      <p:font typeface="LKRMNT+Poppins-Bold" panose="02000500000000000000"/>
      <p:regular r:id="rId19"/>
    </p:embeddedFont>
    <p:embeddedFont>
      <p:font typeface="BMDPBC+TimesNewRomanPSMT" panose="02000500000000000000"/>
      <p:regular r:id="rId20"/>
    </p:embeddedFont>
    <p:embeddedFont>
      <p:font typeface="SURTNW+Lato-Bold" panose="02000500000000000000"/>
      <p:regular r:id="rId21"/>
    </p:embeddedFont>
    <p:embeddedFont>
      <p:font typeface="VHGNAV+MS-PMincho" panose="0200050000000000000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-24765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768508" y="2165662"/>
            <a:ext cx="4807382" cy="784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880"/>
              </a:lnSpc>
              <a:spcBef>
                <a:spcPts val="0"/>
              </a:spcBef>
              <a:spcAft>
                <a:spcPts val="0"/>
              </a:spcAft>
            </a:pPr>
            <a:r>
              <a:rPr sz="4200" dirty="0">
                <a:solidFill>
                  <a:srgbClr val="0F172A"/>
                </a:solidFill>
                <a:latin typeface="LKRMNT+Poppins-Bold" panose="02000500000000000000"/>
                <a:cs typeface="LKRMNT+Poppins-Bold" panose="02000500000000000000"/>
              </a:rPr>
              <a:t></a:t>
            </a:r>
            <a:endParaRPr sz="4200" dirty="0">
              <a:solidFill>
                <a:srgbClr val="0F172A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04348" y="3009627"/>
            <a:ext cx="3935704" cy="2490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475569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</a:t>
            </a:r>
            <a:endParaRPr sz="1500" dirty="0">
              <a:solidFill>
                <a:srgbClr val="475569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5025" y="3716804"/>
            <a:ext cx="1138723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4338CA"/>
                </a:solidFill>
                <a:latin typeface="SURTNW+Lato-Bold" panose="02000500000000000000"/>
                <a:cs typeface="SURTNW+Lato-Bold" panose="02000500000000000000"/>
              </a:rPr>
              <a:t></a:t>
            </a:r>
            <a:endParaRPr sz="1050" dirty="0">
              <a:solidFill>
                <a:srgbClr val="4338CA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83853" y="3716804"/>
            <a:ext cx="1155525" cy="19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4338CA"/>
                </a:solidFill>
                <a:latin typeface="SURTNW+Lato-Bold" panose="02000500000000000000"/>
                <a:cs typeface="SURTNW+Lato-Bold" panose="02000500000000000000"/>
              </a:rPr>
              <a:t></a:t>
            </a:r>
            <a:endParaRPr sz="1050" dirty="0">
              <a:solidFill>
                <a:srgbClr val="4338CA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5025" y="4004945"/>
            <a:ext cx="3422650" cy="477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spc="12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Chinmoy Chakroborty(050)</a:t>
            </a:r>
            <a:endParaRPr lang="en-US" sz="1100" b="1" spc="12" dirty="0">
              <a:solidFill>
                <a:srgbClr val="0F172A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spc="12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Mehedi Hasan(047)</a:t>
            </a:r>
            <a:endParaRPr sz="1100" b="1" spc="12" dirty="0">
              <a:solidFill>
                <a:srgbClr val="0F172A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endParaRPr lang="en-US" sz="1100" b="1" spc="12" dirty="0">
              <a:solidFill>
                <a:srgbClr val="0F172A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23863" y="3973722"/>
            <a:ext cx="111552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00" spc="13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</a:t>
            </a:r>
            <a:endParaRPr sz="1100" spc="13" dirty="0">
              <a:solidFill>
                <a:srgbClr val="0F172A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05025" y="4581443"/>
            <a:ext cx="2763012" cy="185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64748B"/>
                </a:solidFill>
                <a:latin typeface="BMDPBC+TimesNewRomanPSMT" panose="02000500000000000000"/>
                <a:cs typeface="BMDPBC+TimesNewRomanPSMT" panose="02000500000000000000"/>
              </a:rPr>
              <a:t></a:t>
            </a:r>
            <a:endParaRPr sz="1050" dirty="0">
              <a:solidFill>
                <a:srgbClr val="64748B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53878" y="4229653"/>
            <a:ext cx="1385496" cy="185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64748B"/>
                </a:solidFill>
                <a:latin typeface="BMDPBC+TimesNewRomanPSMT" panose="02000500000000000000"/>
                <a:cs typeface="BMDPBC+TimesNewRomanPSMT" panose="02000500000000000000"/>
              </a:rPr>
              <a:t></a:t>
            </a:r>
            <a:endParaRPr sz="1050" dirty="0">
              <a:solidFill>
                <a:srgbClr val="64748B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36846" y="4854270"/>
            <a:ext cx="1670689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</a:t>
            </a:r>
            <a:endParaRPr sz="1250" spc="11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4733886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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1500" y="2101722"/>
            <a:ext cx="178407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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1500" y="2529278"/>
            <a:ext cx="4987567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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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" y="2835888"/>
            <a:ext cx="4599486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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6750" y="3129353"/>
            <a:ext cx="4415678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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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750" y="3467489"/>
            <a:ext cx="4562677" cy="52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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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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6750" y="4048515"/>
            <a:ext cx="5405973" cy="8151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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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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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395584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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1575" y="2599403"/>
            <a:ext cx="32506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DC2626"/>
                </a:solidFill>
                <a:latin typeface="BMDPBC+TimesNewRomanPSMT" panose="02000500000000000000"/>
                <a:cs typeface="BMDPBC+TimesNewRomanPSMT" panose="02000500000000000000"/>
              </a:rPr>
              <a:t></a:t>
            </a:r>
            <a:endParaRPr sz="1800" dirty="0">
              <a:solidFill>
                <a:srgbClr val="DC2626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6575" y="2599403"/>
            <a:ext cx="259679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6A34A"/>
                </a:solidFill>
                <a:latin typeface="BMDPBC+TimesNewRomanPSMT" panose="02000500000000000000"/>
                <a:cs typeface="BMDPBC+TimesNewRomanPSMT" panose="02000500000000000000"/>
              </a:rPr>
              <a:t></a:t>
            </a:r>
            <a:endParaRPr sz="1800" dirty="0">
              <a:solidFill>
                <a:srgbClr val="16A34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2025" y="3135354"/>
            <a:ext cx="4826766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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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025" y="3135354"/>
            <a:ext cx="4784829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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2025" y="3716379"/>
            <a:ext cx="4148948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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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7025" y="3716379"/>
            <a:ext cx="4682978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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025" y="4297404"/>
            <a:ext cx="4740460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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7025" y="4297404"/>
            <a:ext cx="4529959" cy="70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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9525" marR="0">
              <a:lnSpc>
                <a:spcPts val="1410"/>
              </a:lnSpc>
              <a:spcBef>
                <a:spcPts val="2395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73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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2025" y="4878429"/>
            <a:ext cx="4453367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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12410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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9150" y="3549522"/>
            <a:ext cx="1707840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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49" y="3549522"/>
            <a:ext cx="242511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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5749" y="3549522"/>
            <a:ext cx="2012342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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150" y="3992604"/>
            <a:ext cx="3025778" cy="50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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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449" y="3992604"/>
            <a:ext cx="3088397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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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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5749" y="3992604"/>
            <a:ext cx="3039298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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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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150" y="4574772"/>
            <a:ext cx="3147459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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4014139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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1575" y="2794665"/>
            <a:ext cx="293957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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6575" y="2794665"/>
            <a:ext cx="2844366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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1075" y="3265132"/>
            <a:ext cx="4506697" cy="22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0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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77025" y="3330616"/>
            <a:ext cx="2944225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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77025" y="3668754"/>
            <a:ext cx="4050498" cy="8960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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12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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123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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2025" y="3698987"/>
            <a:ext cx="4058755" cy="527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652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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78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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025" y="4345029"/>
            <a:ext cx="3286696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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025" y="4683166"/>
            <a:ext cx="3776520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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534111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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7250" y="3306634"/>
            <a:ext cx="145401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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5549" y="3306634"/>
            <a:ext cx="218412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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3849" y="3306634"/>
            <a:ext cx="160648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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7250" y="3734190"/>
            <a:ext cx="2656656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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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5549" y="3734190"/>
            <a:ext cx="2394017" cy="439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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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6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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3849" y="3734190"/>
            <a:ext cx="3008820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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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7250" y="3955901"/>
            <a:ext cx="2594083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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3849" y="3955901"/>
            <a:ext cx="1559914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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5549" y="4146559"/>
            <a:ext cx="3021271" cy="645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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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6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ᆒ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1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ᆒ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7250" y="4437642"/>
            <a:ext cx="2869856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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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13849" y="4437642"/>
            <a:ext cx="3040083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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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7250" y="4659354"/>
            <a:ext cx="2072413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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13849" y="4659354"/>
            <a:ext cx="2526878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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7970521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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725" y="2663697"/>
            <a:ext cx="2075854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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6575" y="2663697"/>
            <a:ext cx="210152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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775" y="3186503"/>
            <a:ext cx="35632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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1775" y="3186503"/>
            <a:ext cx="3616091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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2025" y="3556835"/>
            <a:ext cx="4769121" cy="510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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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7025" y="3556835"/>
            <a:ext cx="4283669" cy="5108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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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025" y="4137860"/>
            <a:ext cx="4636991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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77025" y="4137860"/>
            <a:ext cx="3991395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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7025" y="4475997"/>
            <a:ext cx="3586743" cy="219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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2025" y="4705740"/>
            <a:ext cx="26183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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  <a:endParaRPr sz="1250" dirty="0">
              <a:solidFill>
                <a:srgbClr val="16A34A"/>
              </a:solidFill>
              <a:latin typeface="VHGNAV+MS-PMincho" panose="02000500000000000000"/>
              <a:cs typeface="VHGNAV+MS-PMincho" panose="0200050000000000000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7025" y="4800990"/>
            <a:ext cx="2756579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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  <a:endParaRPr sz="1250" dirty="0">
              <a:solidFill>
                <a:srgbClr val="16A34A"/>
              </a:solidFill>
              <a:latin typeface="VHGNAV+MS-PMincho" panose="02000500000000000000"/>
              <a:cs typeface="VHGNAV+MS-PMincho" panose="02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8265758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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8725" y="2832765"/>
            <a:ext cx="2253778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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0" y="2832765"/>
            <a:ext cx="2012677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338CA"/>
                </a:solidFill>
                <a:latin typeface="BMDPBC+TimesNewRomanPSMT" panose="02000500000000000000"/>
                <a:cs typeface="BMDPBC+TimesNewRomanPSMT" panose="02000500000000000000"/>
              </a:rPr>
              <a:t></a:t>
            </a:r>
            <a:endParaRPr sz="1800" dirty="0">
              <a:solidFill>
                <a:srgbClr val="4338CA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775" y="3355570"/>
            <a:ext cx="4030075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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1775" y="3355570"/>
            <a:ext cx="4165434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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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2025" y="3725904"/>
            <a:ext cx="4654964" cy="5108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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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7025" y="3725904"/>
            <a:ext cx="4651402" cy="800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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19050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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5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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62025" y="4306929"/>
            <a:ext cx="4206756" cy="219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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2025" y="4631921"/>
            <a:ext cx="2802162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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  <a:endParaRPr sz="1250" dirty="0">
              <a:solidFill>
                <a:srgbClr val="16A34A"/>
              </a:solidFill>
              <a:latin typeface="VHGNAV+MS-PMincho" panose="02000500000000000000"/>
              <a:cs typeface="VHGNAV+MS-PMincho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7025" y="4631921"/>
            <a:ext cx="2451590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ဢ</a:t>
            </a:r>
            <a:r>
              <a:rPr sz="1250" spc="750" dirty="0">
                <a:solidFill>
                  <a:srgbClr val="33415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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</a:t>
            </a:r>
            <a:r>
              <a:rPr sz="1250" spc="11" dirty="0">
                <a:solidFill>
                  <a:srgbClr val="16A34A"/>
                </a:solidFill>
                <a:latin typeface="SURTNW+Lato-Bold" panose="02000500000000000000"/>
                <a:cs typeface="SURTNW+Lato-Bold" panose="02000500000000000000"/>
              </a:rPr>
              <a:t></a:t>
            </a:r>
            <a:r>
              <a:rPr sz="1250" dirty="0">
                <a:solidFill>
                  <a:srgbClr val="16A34A"/>
                </a:solidFill>
                <a:latin typeface="VHGNAV+MS-PMincho" panose="02000500000000000000"/>
                <a:cs typeface="VHGNAV+MS-PMincho" panose="02000500000000000000"/>
              </a:rPr>
              <a:t>ᜓ</a:t>
            </a:r>
            <a:endParaRPr sz="1250" dirty="0">
              <a:solidFill>
                <a:srgbClr val="16A34A"/>
              </a:solidFill>
              <a:latin typeface="VHGNAV+MS-PMincho" panose="02000500000000000000"/>
              <a:cs typeface="VHGNAV+MS-PMincho" panose="02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834253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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5375" y="2293533"/>
            <a:ext cx="8814257" cy="30332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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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2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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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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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4030"/>
              </a:spcBef>
              <a:spcAft>
                <a:spcPts val="0"/>
              </a:spcAft>
            </a:pPr>
            <a:r>
              <a:rPr sz="1250" spc="11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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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3980"/>
              </a:spcBef>
              <a:spcAft>
                <a:spcPts val="0"/>
              </a:spcAft>
            </a:pPr>
            <a:r>
              <a:rPr sz="1250" spc="13" dirty="0">
                <a:solidFill>
                  <a:srgbClr val="0F172A"/>
                </a:solidFill>
                <a:latin typeface="SURTNW+Lato-Bold" panose="02000500000000000000"/>
                <a:cs typeface="SURTNW+Lato-Bold" panose="02000500000000000000"/>
              </a:rPr>
              <a:t>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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779287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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9150" y="3549522"/>
            <a:ext cx="1320179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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97449" y="3549522"/>
            <a:ext cx="914213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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75749" y="3549522"/>
            <a:ext cx="2374664" cy="291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95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</a:t>
            </a:r>
            <a:endParaRPr sz="180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9150" y="3992604"/>
            <a:ext cx="3169676" cy="799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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75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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</a:t>
            </a: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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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7449" y="3992604"/>
            <a:ext cx="2670539" cy="10906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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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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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5749" y="3992604"/>
            <a:ext cx="3061752" cy="5085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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88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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5749" y="4559245"/>
            <a:ext cx="2916132" cy="232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</a:t>
            </a: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</a:t>
            </a: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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5029809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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650" y="2405683"/>
            <a:ext cx="952472" cy="7815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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530"/>
              </a:lnSpc>
              <a:spcBef>
                <a:spcPts val="288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</a:t>
            </a:r>
            <a:endParaRPr sz="1250" spc="12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89325" y="2405683"/>
            <a:ext cx="1528520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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01975" y="2405683"/>
            <a:ext cx="1162012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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89325" y="2970342"/>
            <a:ext cx="2540635" cy="1336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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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</a:t>
            </a:r>
            <a:endParaRPr sz="1250" spc="13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1975" y="2970342"/>
            <a:ext cx="3947754" cy="2455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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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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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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8650" y="3514415"/>
            <a:ext cx="780102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</a:t>
            </a:r>
            <a:endParaRPr sz="1250" spc="13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650" y="4074016"/>
            <a:ext cx="840014" cy="2324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</a:t>
            </a:r>
            <a:endParaRPr sz="1250" spc="13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650" y="4633615"/>
            <a:ext cx="1433874" cy="792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3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</a:t>
            </a:r>
            <a:endParaRPr sz="1250" spc="13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530"/>
              </a:lnSpc>
              <a:spcBef>
                <a:spcPts val="2875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</a:t>
            </a:r>
            <a:endParaRPr sz="1250" spc="11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89325" y="4649142"/>
            <a:ext cx="2158435" cy="777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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2995"/>
              </a:spcBef>
              <a:spcAft>
                <a:spcPts val="0"/>
              </a:spcAft>
            </a:pPr>
            <a:r>
              <a:rPr sz="1250" spc="11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</a:t>
            </a:r>
            <a:endParaRPr sz="1250" spc="11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71500" y="445388"/>
            <a:ext cx="6627380" cy="51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2700" dirty="0">
                <a:solidFill>
                  <a:srgbClr val="1E293B"/>
                </a:solidFill>
                <a:latin typeface="LKRMNT+Poppins-Bold" panose="02000500000000000000"/>
                <a:cs typeface="LKRMNT+Poppins-Bold" panose="02000500000000000000"/>
              </a:rPr>
              <a:t></a:t>
            </a:r>
            <a:endParaRPr sz="2700" dirty="0">
              <a:solidFill>
                <a:srgbClr val="1E293B"/>
              </a:solidFill>
              <a:latin typeface="LKRMNT+Poppins-Bold" panose="02000500000000000000"/>
              <a:cs typeface="LKRMNT+Poppins-Bold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650" y="2655946"/>
            <a:ext cx="1128526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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2675" y="2655946"/>
            <a:ext cx="900066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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14475" y="2655946"/>
            <a:ext cx="1157241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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21724" y="2655946"/>
            <a:ext cx="1576322" cy="227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BMDPBC+TimesNewRomanPSMT" panose="02000500000000000000"/>
                <a:cs typeface="BMDPBC+TimesNewRomanPSMT" panose="02000500000000000000"/>
              </a:rPr>
              <a:t></a:t>
            </a:r>
            <a:endParaRPr sz="1350" dirty="0">
              <a:solidFill>
                <a:srgbClr val="FFFFFF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650" y="3219829"/>
            <a:ext cx="1331294" cy="1955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3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</a:t>
            </a:r>
            <a:endParaRPr sz="1250" spc="14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530"/>
              </a:lnSpc>
              <a:spcBef>
                <a:spcPts val="304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</a:t>
            </a:r>
            <a:endParaRPr sz="1250" spc="14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530"/>
              </a:lnSpc>
              <a:spcBef>
                <a:spcPts val="299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</a:t>
            </a:r>
            <a:endParaRPr sz="1250" spc="14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  <a:p>
            <a:pPr marL="0" marR="0">
              <a:lnSpc>
                <a:spcPts val="1530"/>
              </a:lnSpc>
              <a:spcBef>
                <a:spcPts val="299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SURTNW+Lato-Bold" panose="02000500000000000000"/>
                <a:cs typeface="SURTNW+Lato-Bold" panose="02000500000000000000"/>
              </a:rPr>
              <a:t></a:t>
            </a:r>
            <a:endParaRPr sz="1250" spc="14" dirty="0">
              <a:solidFill>
                <a:srgbClr val="334155"/>
              </a:solidFill>
              <a:latin typeface="SURTNW+Lato-Bold" panose="02000500000000000000"/>
              <a:cs typeface="SURTNW+Lato-Bold" panose="0200050000000000000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2675" y="3235355"/>
            <a:ext cx="1375613" cy="1940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  <a:endParaRPr sz="1250" spc="14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  <a:endParaRPr sz="1250" spc="14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  <a:endParaRPr sz="1250" spc="14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4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</a:t>
            </a:r>
            <a:endParaRPr sz="1250" spc="14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4475" y="3235355"/>
            <a:ext cx="1010887" cy="2174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</a:t>
            </a:r>
            <a:endParaRPr sz="1250" spc="12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21724" y="3235355"/>
            <a:ext cx="4784261" cy="19404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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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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</a:t>
            </a:r>
            <a:endParaRPr sz="125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14475" y="3809705"/>
            <a:ext cx="1591461" cy="13661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10"/>
              </a:lnSpc>
              <a:spcBef>
                <a:spcPts val="0"/>
              </a:spcBef>
              <a:spcAft>
                <a:spcPts val="0"/>
              </a:spcAft>
            </a:pPr>
            <a:r>
              <a:rPr sz="1250" spc="10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</a:t>
            </a:r>
            <a:endParaRPr sz="1250" spc="10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1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</a:t>
            </a:r>
            <a:endParaRPr sz="1250" spc="12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  <a:p>
            <a:pPr marL="0" marR="0">
              <a:lnSpc>
                <a:spcPts val="1410"/>
              </a:lnSpc>
              <a:spcBef>
                <a:spcPts val="3160"/>
              </a:spcBef>
              <a:spcAft>
                <a:spcPts val="0"/>
              </a:spcAft>
            </a:pPr>
            <a:r>
              <a:rPr sz="1250" spc="12" dirty="0">
                <a:solidFill>
                  <a:srgbClr val="334155"/>
                </a:solidFill>
                <a:latin typeface="BMDPBC+TimesNewRomanPSMT" panose="02000500000000000000"/>
                <a:cs typeface="BMDPBC+TimesNewRomanPSMT" panose="02000500000000000000"/>
              </a:rPr>
              <a:t></a:t>
            </a:r>
            <a:endParaRPr sz="1250" spc="12" dirty="0">
              <a:solidFill>
                <a:srgbClr val="33415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000498" y="2486171"/>
            <a:ext cx="4343400" cy="27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6366F1"/>
                </a:solidFill>
                <a:latin typeface="BMDPBC+TimesNewRomanPSMT" panose="02000500000000000000"/>
                <a:cs typeface="BMDPBC+TimesNewRomanPSMT" panose="02000500000000000000"/>
              </a:rPr>
              <a:t>န</a:t>
            </a:r>
            <a:endParaRPr sz="1650" dirty="0">
              <a:solidFill>
                <a:srgbClr val="6366F1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2949" y="3238646"/>
            <a:ext cx="3818501" cy="270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</a:t>
            </a:r>
            <a:endParaRPr sz="165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9025" y="3637655"/>
            <a:ext cx="6366363" cy="2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dirty="0">
                <a:solidFill>
                  <a:srgbClr val="4F46E5"/>
                </a:solidFill>
                <a:latin typeface="SURTNW+Lato-Bold" panose="02000500000000000000"/>
                <a:cs typeface="SURTNW+Lato-Bold" panose="02000500000000000000"/>
              </a:rPr>
              <a:t></a:t>
            </a:r>
            <a:r>
              <a:rPr sz="1650" dirty="0">
                <a:solidFill>
                  <a:srgbClr val="4F46E5"/>
                </a:solidFill>
                <a:latin typeface="BMDPBC+TimesNewRomanPSMT" panose="02000500000000000000"/>
                <a:cs typeface="BMDPBC+TimesNewRomanPSMT" panose="02000500000000000000"/>
              </a:rPr>
              <a:t></a:t>
            </a:r>
            <a:endParaRPr sz="1650" dirty="0">
              <a:solidFill>
                <a:srgbClr val="4F46E5"/>
              </a:solidFill>
              <a:latin typeface="BMDPBC+TimesNewRomanPSMT" panose="02000500000000000000"/>
              <a:cs typeface="BMDPBC+TimesNewRomanPSMT" panose="02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6223</Words>
  <Application>WPS Presentation</Application>
  <PresentationFormat>On-screen Show (4:3)</PresentationFormat>
  <Paragraphs>278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LKRMNT+Poppins-Bold</vt:lpstr>
      <vt:lpstr>BMDPBC+TimesNewRomanPSMT</vt:lpstr>
      <vt:lpstr>SURTNW+Lato-Bold</vt:lpstr>
      <vt:lpstr>Times New Roman</vt:lpstr>
      <vt:lpstr>VHGNAV+MS-PMincho</vt:lpstr>
      <vt:lpstr>Calibri</vt:lpstr>
      <vt:lpstr>Microsoft YaHei</vt:lpstr>
      <vt:lpstr>Arial Unicode MS</vt:lpstr>
      <vt:lpstr>Arial Narrow</vt:lpstr>
      <vt:lpstr>Bahnschrift Light</vt:lpstr>
      <vt:lpstr>Bahnschrift Light Condensed</vt:lpstr>
      <vt:lpstr>Arial Black</vt:lpstr>
      <vt:lpstr>Bahnschrift Condensed</vt:lpstr>
      <vt:lpstr>Bahnschrift SemiBold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Student</cp:lastModifiedBy>
  <cp:revision>2</cp:revision>
  <dcterms:created xsi:type="dcterms:W3CDTF">2026-07-30T02:16:16Z</dcterms:created>
  <dcterms:modified xsi:type="dcterms:W3CDTF">2026-07-30T02:19:49Z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3CB8CBD572734BA38CE16BEDFAE15FF7_12</vt:lpwstr>
  </property>
</Properties>
</file>