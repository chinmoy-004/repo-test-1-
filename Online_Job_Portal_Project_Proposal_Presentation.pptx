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Job Portal</a:t>
            </a:r>
          </a:p>
          <a:p>
            <a:r>
              <a:t>Project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Web platform connecting job seekers and employers securely and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Traditional hiring is slow, fragmented, and lacks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Objectives:</a:t>
            </a:r>
          </a:p>
          <a:p>
            <a:pPr>
              <a:defRPr sz="2200"/>
            </a:pPr>
            <a:r>
              <a:t>• Easy job search</a:t>
            </a:r>
          </a:p>
          <a:p>
            <a:pPr>
              <a:defRPr sz="2200"/>
            </a:pPr>
            <a:r>
              <a:t>• Employer recruitment</a:t>
            </a:r>
          </a:p>
          <a:p>
            <a:pPr>
              <a:defRPr sz="2200"/>
            </a:pPr>
            <a:r>
              <a:t>• Resume management</a:t>
            </a:r>
          </a:p>
          <a:p>
            <a:pPr>
              <a:defRPr sz="2200"/>
            </a:pPr>
            <a:r>
              <a:t>• Application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Actors: Job Seeker, Employer, Admin</a:t>
            </a:r>
          </a:p>
          <a:p>
            <a:pPr>
              <a:defRPr sz="2200"/>
            </a:pPr>
            <a:r>
              <a:t>Functional &amp; non-functional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Registration, Login, Job Posting, Search, Apply, Dashboard, Notifications, Admin Panel.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Input:</a:t>
            </a:r>
          </a:p>
          <a:p>
            <a:pPr>
              <a:defRPr sz="2200"/>
            </a:pPr>
            <a:r>
              <a:t>User registers/logs in, searches jobs, submits application.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Process:</a:t>
            </a:r>
          </a:p>
          <a:p>
            <a:pPr>
              <a:defRPr sz="2200"/>
            </a:pPr>
            <a:r>
              <a:t>Validate user, match jobs, store application, notify employer.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Decision:</a:t>
            </a:r>
          </a:p>
          <a:p>
            <a:pPr>
              <a:defRPr sz="2200"/>
            </a:pPr>
            <a:r>
              <a:t>If job open → Application accepted.</a:t>
            </a:r>
          </a:p>
          <a:p>
            <a:pPr>
              <a:defRPr sz="2200"/>
            </a:pPr>
            <a:r>
              <a:t>Else → Notify position closed.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Output:</a:t>
            </a:r>
          </a:p>
          <a:p>
            <a:pPr>
              <a:defRPr sz="2200"/>
            </a:pPr>
            <a:r>
              <a:t>Database updated, confirmation 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Architecture:</a:t>
            </a:r>
          </a:p>
          <a:p>
            <a:pPr>
              <a:defRPr sz="2200"/>
            </a:pPr>
            <a:r>
              <a:t>Client (Web/Mobile)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Application Server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Authentication | Job Service | Application Service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Technical: High</a:t>
            </a:r>
          </a:p>
          <a:p>
            <a:pPr>
              <a:defRPr sz="2200"/>
            </a:pPr>
            <a:r>
              <a:t>Economic: Low-cost cloud</a:t>
            </a:r>
          </a:p>
          <a:p>
            <a:pPr>
              <a:defRPr sz="2200"/>
            </a:pPr>
            <a:r>
              <a:t>Operational: Easy</a:t>
            </a:r>
          </a:p>
          <a:p>
            <a:pPr>
              <a:defRPr sz="2200"/>
            </a:pPr>
            <a:r>
              <a:t>Schedule: 12 weeks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HTML/CSS/JS or React</a:t>
            </a:r>
          </a:p>
          <a:p>
            <a:pPr>
              <a:defRPr sz="2200"/>
            </a:pPr>
            <a:r>
              <a:t>Backend: Django/Node.js</a:t>
            </a:r>
          </a:p>
          <a:p>
            <a:pPr>
              <a:defRPr sz="2200"/>
            </a:pPr>
            <a:r>
              <a:t>DB: MySQL</a:t>
            </a:r>
          </a:p>
          <a:p>
            <a:pPr>
              <a:defRPr sz="2200"/>
            </a:pPr>
            <a:r>
              <a:t>Cloud: AWS/Firebase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Week1-2 Planning</a:t>
            </a:r>
          </a:p>
          <a:p>
            <a:pPr>
              <a:defRPr sz="2200"/>
            </a:pPr>
            <a:r>
              <a:t>3-4 Design</a:t>
            </a:r>
          </a:p>
          <a:p>
            <a:pPr>
              <a:defRPr sz="2200"/>
            </a:pPr>
            <a:r>
              <a:t>5-8 Development</a:t>
            </a:r>
          </a:p>
          <a:p>
            <a:pPr>
              <a:defRPr sz="2200"/>
            </a:pPr>
            <a:r>
              <a:t>9-10 Testing</a:t>
            </a:r>
          </a:p>
          <a:p>
            <a:pPr>
              <a:defRPr sz="2200"/>
            </a:pPr>
            <a:r>
              <a:t>11 Deployment</a:t>
            </a:r>
          </a:p>
          <a:p>
            <a:pPr>
              <a:defRPr sz="2200"/>
            </a:pPr>
            <a:r>
              <a:t>12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Security, scalability, fake jobs, downtime; mitigations listed.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Faster hiring, centralized recruitment, improved user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